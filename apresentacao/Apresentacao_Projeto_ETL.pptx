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png"/><Relationship Id="rId13" Type="http://schemas.openxmlformats.org/officeDocument/2006/relationships/image" Target="../media/image-16-13.png"/><Relationship Id="rId14" Type="http://schemas.openxmlformats.org/officeDocument/2006/relationships/image" Target="../media/image-16-14.png"/><Relationship Id="rId15" Type="http://schemas.openxmlformats.org/officeDocument/2006/relationships/image" Target="../media/image-16-15.png"/><Relationship Id="rId16" Type="http://schemas.openxmlformats.org/officeDocument/2006/relationships/image" Target="../media/image-16-16.png"/><Relationship Id="rId17" Type="http://schemas.openxmlformats.org/officeDocument/2006/relationships/image" Target="../media/image-16-17.png"/><Relationship Id="rId18" Type="http://schemas.openxmlformats.org/officeDocument/2006/relationships/image" Target="../media/image-16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Pipeline de Engenharia de Dados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</a:rPr>
              <a:t>Análise de Vendas de Videogames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Python • SQL • PostgreSQL • Git/GitHub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0" y="4389120"/>
            <a:ext cx="365760" cy="36576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4389120"/>
            <a:ext cx="365760" cy="36576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4389120"/>
            <a:ext cx="365760" cy="365760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438912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</a:rPr>
              <a:t>Visão Geral do Projeto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</a:rPr>
              <a:t>Objetivo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Construir um pipeline ETL completo do zero, demonstrando boas práticas de engenharia de dados e versionamento de código.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</a:rPr>
              <a:t>Dataset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Video Game Sales (Kaggle) - 16.598 registros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Vendas globais de videogames por plataforma, gênero e região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</a:rPr>
              <a:t>Escopo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Download automatizado → Processamento → Armazenamento → Análise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</a:rPr>
              <a:t>Arquitetura do Pipeline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463040" cy="109728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5544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057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Extração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377440" y="1371600"/>
            <a:ext cx="1463040" cy="109728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155448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377440" y="2057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Staging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206240" y="1371600"/>
            <a:ext cx="1463040" cy="109728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55448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206240" y="2057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Transformação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6035040" y="1371600"/>
            <a:ext cx="1463040" cy="109728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1554480"/>
            <a:ext cx="457200" cy="4572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035040" y="2057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Analytics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2011680" y="1920240"/>
            <a:ext cx="365760" cy="0"/>
          </a:xfrm>
          <a:prstGeom prst="line">
            <a:avLst/>
          </a:prstGeom>
          <a:noFill/>
          <a:ln w="38100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16" name="Shape 10"/>
          <p:cNvSpPr/>
          <p:nvPr/>
        </p:nvSpPr>
        <p:spPr>
          <a:xfrm>
            <a:off x="3840480" y="1920240"/>
            <a:ext cx="365760" cy="0"/>
          </a:xfrm>
          <a:prstGeom prst="line">
            <a:avLst/>
          </a:prstGeom>
          <a:noFill/>
          <a:ln w="38100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17" name="Shape 11"/>
          <p:cNvSpPr/>
          <p:nvPr/>
        </p:nvSpPr>
        <p:spPr>
          <a:xfrm>
            <a:off x="5669280" y="1920240"/>
            <a:ext cx="365760" cy="0"/>
          </a:xfrm>
          <a:prstGeom prst="line">
            <a:avLst/>
          </a:prstGeom>
          <a:noFill/>
          <a:ln w="38100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18" name="Text 12"/>
          <p:cNvSpPr/>
          <p:nvPr/>
        </p:nvSpPr>
        <p:spPr>
          <a:xfrm>
            <a:off x="548640" y="27432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Kaggle API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CSV → DataFrame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2377440" y="27432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PostgreSQL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Dados brutos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4206240" y="27432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Pandas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Limpeza + ETL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6035040" y="27432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SQL Views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Insights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</a:rPr>
              <a:t>Estrutura de Diretórios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8404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188720"/>
            <a:ext cx="3474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projeto-engenharia-dados/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data/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raw/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processed/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src/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database.py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download_data.py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load_staging.py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transform_data.py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sql/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notebooks/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requirements.txt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.gitignore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38404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93776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Organização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937760" y="1645920"/>
            <a:ext cx="34747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data/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Armazena datasets (versionados no .gitignore)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src/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Scripts Python modulares e reutilizáveis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sql/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Views e queries analíticas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notebooks/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Análises exploratórias e visualizações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</a:rPr>
              <a:t>Passo 1: Configuração do Ambiente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0515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Ambiente Virtual Python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venv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</a:rPr>
              <a:t>Isolamento de dependências</a:t>
            </a:r>
            <a:endParaRPr lang="en-US" sz="1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97280" y="1783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Dependências do Projeto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pandas, psycopg2, sqlalchemy, kaggle, matplotlib, seaborn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6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51760"/>
            <a:ext cx="274320" cy="2743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97280" y="2606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PostgreSQL Database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DATABASE videogame_sales;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</a:rPr>
              <a:t>Schemas: staging, analytics</a:t>
            </a:r>
            <a:endParaRPr lang="en-US" sz="16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474720"/>
            <a:ext cx="274320" cy="2743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97280" y="34290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Variáveis de Ambiente (.env)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DB_HOST, DB_PORT, DB_NAME, DB_USER, DB_PASSWORD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</a:rPr>
              <a:t>Segurança: credenciais fora do Git</a:t>
            </a:r>
            <a:endParaRPr lang="en-US" sz="16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297680"/>
            <a:ext cx="274320" cy="27432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97280" y="4251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Git Repository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git init + .gitignore (dados, .env, __pycache__)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</a:rPr>
              <a:t>Passo 2: Extração de Dados (Kaggle API)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4114800" cy="356616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18872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download_data.py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kaggle.api.kaggle_api_extended \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import KaggleApi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= KaggleApi()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api.authenticate()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 = 'gregorut/videogamesales'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api.dataset_download_files(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dataset,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path='./data/raw',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unzip=True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37760" y="1005840"/>
            <a:ext cx="36576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120640" y="1188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</a:rPr>
              <a:t>Dados Extraídos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120640" y="1645920"/>
            <a:ext cx="3291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Dataset: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Video Game Sales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Registros: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16.598 jogos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Campos: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Name, Platform, Year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Genre, Publisher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NA_Sales, EU_Sales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JP_Sales, Other_Sales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Global_Sales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</a:rPr>
              <a:t>Passo 3: Carga em Staging (Raw Data)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Módulo de Conexão: database.py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029200" cy="16459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0876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DatabaseConnection: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get_engine(self):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ECF0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connection_string = f'postgresql://{user}:{pwd}@{host}:{port}/{db}'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create_engine(connection_string)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Carga Inicial: load_staging.py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5029200" cy="9144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7947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pd.read_csv('./data/raw/vgsales.csv')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df.to_sql('raw_sales', schema='staging', con=engine, if_exists='replace')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852160" y="1371600"/>
            <a:ext cx="27432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✓ Resultado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35040" y="201168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Tabela criada: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staging.raw_sales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16.598 registros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11 colunas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</a:rPr>
              <a:t>Dados brutos preservados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</a:rPr>
              <a:t>sem transformações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</a:rPr>
              <a:t>Passo 4: Análise de Qualidade de Dados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931920" cy="3657600"/>
          </a:xfrm>
          <a:prstGeom prst="rect">
            <a:avLst/>
          </a:prstGeom>
          <a:solidFill>
            <a:srgbClr val="FFF3CD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188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56404"/>
                </a:solidFill>
              </a:rPr>
              <a:t>⚠️ Problemas Identificados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56404"/>
                </a:solidFill>
              </a:rPr>
              <a:t>Valores Nulos: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56404"/>
                </a:solidFill>
              </a:rPr>
              <a:t>• Year: 271 registros (1.6%)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56404"/>
                </a:solidFill>
              </a:rPr>
              <a:t>• Publisher: 58 registros (0.3%)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856404"/>
                </a:solidFill>
              </a:rPr>
              <a:t>Duplicatas: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56404"/>
                </a:solidFill>
              </a:rPr>
              <a:t>• Nenhuma encontrada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856404"/>
                </a:solidFill>
              </a:rPr>
              <a:t>Tipos de Dados: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56404"/>
                </a:solidFill>
              </a:rPr>
              <a:t>• Year como float64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56404"/>
                </a:solidFill>
              </a:rPr>
              <a:t>  (deveria ser int)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005840"/>
            <a:ext cx="3931920" cy="3657600"/>
          </a:xfrm>
          <a:prstGeom prst="rect">
            <a:avLst/>
          </a:prstGeom>
          <a:solidFill>
            <a:srgbClr val="D4EDD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1188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5724"/>
                </a:solidFill>
              </a:rPr>
              <a:t>✓ Soluções Aplicadas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6320" y="164592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5724"/>
                </a:solidFill>
              </a:rPr>
              <a:t>Tratamento de Nulos: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55724"/>
                </a:solidFill>
              </a:rPr>
              <a:t>• Year: remover registros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55724"/>
                </a:solidFill>
              </a:rPr>
              <a:t>• Publisher: preencher 'Unknown'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55724"/>
                </a:solidFill>
              </a:rPr>
              <a:t>Conversões: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55724"/>
                </a:solidFill>
              </a:rPr>
              <a:t>• Year → int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55724"/>
                </a:solidFill>
              </a:rPr>
              <a:t>Novas Colunas: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55724"/>
                </a:solidFill>
              </a:rPr>
              <a:t>• Total_Sales (soma regional)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55724"/>
                </a:solidFill>
              </a:rPr>
              <a:t>• Decade (década de lançamento)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55724"/>
                </a:solidFill>
              </a:rPr>
              <a:t>• Sales_Category (classificação)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</a:rPr>
              <a:t>Passo 5: Transformação de Dados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5303520" cy="356616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18872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transform_data.py - Principais transformações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Remover duplicatas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df_clean = df.drop_duplicates()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Tratar valores nulos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df_clean = df_clean.dropna(subset=['Year'])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df_clean['Publisher'].fillna('Unknown', inplace=True)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Criar colunas derivadas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ECF0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df_clean['Total_Sales'] = df_clean[['NA_Sales', 'EU_Sales', ...]].sum(axis=1)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df_clean['Decade'] = (df_clean['Year'] // 10) * 10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Salvar em analytics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df_clean.to_sql('games_sales', schema='analytics', con=engine)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126480" y="1005840"/>
            <a:ext cx="246888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309360" y="1188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📊 Resultado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09360" y="1645920"/>
            <a:ext cx="2103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Registros finais: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</a:rPr>
              <a:t>16.327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(271 removidos)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Tabela destino: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analytics.</a:t>
            </a:r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games_sales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Qualidade: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55724"/>
                </a:solidFill>
              </a:rPr>
              <a:t>✓ Sem nulos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55724"/>
                </a:solidFill>
              </a:rPr>
              <a:t>✓ Sem duplicatas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55724"/>
                </a:solidFill>
              </a:rPr>
              <a:t>✓ Tipos corretos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</a:rPr>
              <a:t>Passo 6: Views Analíticas SQL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188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</a:rPr>
              <a:t>Views Criadas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top_games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   Top 10 jogos mais vendidos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sales_by_platform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   Métricas por plataforma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sales_by_genre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   Análise por gênero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sales_by_decade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   Evolução temporal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top_publishers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   Top 20 publishers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regional_analysis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   Comparação regional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005840"/>
            <a:ext cx="3931920" cy="365760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1188720"/>
            <a:ext cx="3566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Exemplo: sales_by_platform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OR REPLACE VIEW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analytics.sales_by_platform AS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platform,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COUNT(*) as total_games,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ROUND(SUM(global_sales)::numeric, 2)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 total_sales,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ROUND(AVG(global_sales)::numeric, 2)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 avg_sales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analytics.games_sales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platform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total_sales DESC;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</a:rPr>
              <a:t>Passo 7: Análises e Visualizações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Jupyter Notebook: analise_vendas.ipynb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0020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</a:rPr>
              <a:t>📊 Top 10 Jogos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Gráfico de barras horizontal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• Wii Sports lidera (82.74M)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• 8 dos 10 são Nintendo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46304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60020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</a:rPr>
              <a:t>📊 Vendas por Plataforma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Gráficos de barras duplos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• PS2 lidera total de vendas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• DS tem mais jogos (2163)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324612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</a:rPr>
              <a:t>📊 Distribuição por Gênero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Gráfico de pizza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• Action domina (20.5%)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• Sports em 2º (13.8%)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310896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324612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</a:rPr>
              <a:t>📊 Evolução por Década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Gráfico de linha + área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• Pico nos anos 2000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• Declínio após 2010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</a:rPr>
              <a:t>Passo 8: Versionamento com Git/GitHub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931920" cy="365760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188720"/>
            <a:ext cx="3566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Inicializar repositório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Adicionar arquivos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Commit inicial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'feat: initial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project structure with ETL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pipeline'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Conectar ao GitHub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add origin &lt;URL&gt;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-u origin main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663440" y="100584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46320" y="1188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</a:rPr>
              <a:t>Boas Práticas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846320" y="164592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.gitignore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Dados brutos e processados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Credenciais (.env, kaggle.json)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Cache Python (__pycache__)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Commits Semânticos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feat: nova funcionalidade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fix: correção de bug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docs: documentação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README.md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Descrição do projeto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Instruções de instalação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Como executar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</a:rPr>
              <a:t>Principais Insights dos Dados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931920" cy="182880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18872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🏆 Jogo Mais Vendido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Wii Sports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82.74 milhões</a:t>
            </a:r>
            <a:endParaRPr lang="en-US" sz="1600" dirty="0"/>
          </a:p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</a:rPr>
              <a:t>Nintendo Wii (2006)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663440" y="1005840"/>
            <a:ext cx="3931920" cy="182880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46320" y="118872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🎮 Plataforma Líder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PlayStation 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1,255 bilhões</a:t>
            </a:r>
            <a:endParaRPr lang="en-US" sz="1600" dirty="0"/>
          </a:p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</a:rPr>
              <a:t>em vendas totais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3931920" cy="182880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320040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📊 Gênero Dominante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Action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20.5% do mercado</a:t>
            </a:r>
            <a:endParaRPr lang="en-US" sz="1600" dirty="0"/>
          </a:p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</a:rPr>
              <a:t>seguido por Sports (13.8%)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63440" y="3017520"/>
            <a:ext cx="3931920" cy="182880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320040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🌎 Região Líder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América do Norte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49.3% das vendas</a:t>
            </a:r>
            <a:endParaRPr lang="en-US" sz="1600" dirty="0"/>
          </a:p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</a:rPr>
              <a:t>Europa em 2º (27.3%)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</a:rPr>
              <a:t>Stack Tecnológica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645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37160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286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</a:rPr>
              <a:t>Python 3.9+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651760" y="1097280"/>
            <a:ext cx="1645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1371600"/>
            <a:ext cx="640080" cy="6400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651760" y="2286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</a:rPr>
              <a:t>PostgreSQL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572000" y="1097280"/>
            <a:ext cx="1645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371600"/>
            <a:ext cx="640080" cy="6400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572000" y="2286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</a:rPr>
              <a:t>Git/GitHub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6492240" y="1097280"/>
            <a:ext cx="1645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1371600"/>
            <a:ext cx="640080" cy="6400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492240" y="2286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</a:rPr>
              <a:t>Jupyter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731520" y="3017520"/>
            <a:ext cx="76809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Bibliotecas Python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Manipulação de Dados: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Pandas, NumPy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Banco de Dados: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psycopg2, SQLAlchemy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Visualização: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Matplotlib, Seaborn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Outros: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python-dotenv (env vars), Kaggle API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</a:rPr>
              <a:t>Próximos Passos e Melhorias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0515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Testes Automatizados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Implementar testes unitários com pytest para validar transformações</a:t>
            </a:r>
            <a:endParaRPr lang="en-US" sz="1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365760" cy="365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88720" y="1691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CI/CD Pipeline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GitHub Actions para executar testes e validações automaticamente</a:t>
            </a:r>
            <a:endParaRPr lang="en-US" sz="16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77440"/>
            <a:ext cx="365760" cy="3657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88720" y="2331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Dashboard Interativo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Criar dashboard com Streamlit ou Plotly Dash para visualizações dinâmicas</a:t>
            </a:r>
            <a:endParaRPr lang="en-US" sz="16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017520"/>
            <a:ext cx="365760" cy="36576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188720" y="2971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Orquestração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Implementar Apache Airflow para agendar e monitorar o pipeline ETL</a:t>
            </a:r>
            <a:endParaRPr lang="en-US" sz="16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657600"/>
            <a:ext cx="365760" cy="36576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188720" y="3611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Data Quality Checks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Validações automatizadas com Great Expectations ou Pandera</a:t>
            </a:r>
            <a:endParaRPr lang="en-US" sz="16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297680"/>
            <a:ext cx="365760" cy="36576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188720" y="4251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Datasets Complementares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Integrar dados de avaliações, preços, demografia para análises mais ricas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</a:rPr>
              <a:t>Aprendizados e Competências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188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</a:rPr>
              <a:t>Técnicas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91640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6642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Arquitetura de dados em camadas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11680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19842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Pipeline ETL completo (Extract-Transform-Load)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31720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1560" y="230428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Qualidade e governança de dados</a:t>
            </a:r>
            <a:endParaRPr lang="en-US" sz="1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651760"/>
            <a:ext cx="228600" cy="228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51560" y="26243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SQL avançado (views, agregações)</a:t>
            </a:r>
            <a:endParaRPr lang="en-US" sz="11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971800"/>
            <a:ext cx="228600" cy="2286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51560" y="29443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Análise exploratória de dados (EDA)</a:t>
            </a:r>
            <a:endParaRPr lang="en-US" sz="11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291840"/>
            <a:ext cx="228600" cy="2286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51560" y="32644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Visualização de dados eficaz</a:t>
            </a:r>
            <a:endParaRPr lang="en-US" sz="110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3611880"/>
            <a:ext cx="228600" cy="22860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1051560" y="35844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Automação de workflows</a:t>
            </a:r>
            <a:endParaRPr lang="en-US" sz="1100" dirty="0"/>
          </a:p>
        </p:txBody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3931920"/>
            <a:ext cx="228600" cy="22860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1051560" y="390448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Boas práticas de versionamento</a:t>
            </a:r>
            <a:endParaRPr lang="en-US" sz="1100" dirty="0"/>
          </a:p>
        </p:txBody>
      </p:sp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4251960"/>
            <a:ext cx="228600" cy="228600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1051560" y="42245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Documentação técnica clara</a:t>
            </a:r>
            <a:endParaRPr lang="en-US" sz="1100" dirty="0"/>
          </a:p>
        </p:txBody>
      </p:sp>
      <p:sp>
        <p:nvSpPr>
          <p:cNvPr id="23" name="Shape 12"/>
          <p:cNvSpPr/>
          <p:nvPr/>
        </p:nvSpPr>
        <p:spPr>
          <a:xfrm>
            <a:off x="4663440" y="100584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13"/>
          <p:cNvSpPr/>
          <p:nvPr/>
        </p:nvSpPr>
        <p:spPr>
          <a:xfrm>
            <a:off x="4846320" y="1188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</a:rPr>
              <a:t>Ferramentas</a:t>
            </a:r>
            <a:endParaRPr lang="en-US" sz="1800" dirty="0"/>
          </a:p>
        </p:txBody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92040" y="1691640"/>
            <a:ext cx="228600" cy="228600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5166360" y="16642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Python para engenharia de dados</a:t>
            </a:r>
            <a:endParaRPr lang="en-US" sz="1100" dirty="0"/>
          </a:p>
        </p:txBody>
      </p:sp>
      <p:pic>
        <p:nvPicPr>
          <p:cNvPr id="2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92040" y="2011680"/>
            <a:ext cx="228600" cy="228600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5166360" y="19842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Pandas para manipulação de dados</a:t>
            </a:r>
            <a:endParaRPr lang="en-US" sz="1100" dirty="0"/>
          </a:p>
        </p:txBody>
      </p:sp>
      <p:pic>
        <p:nvPicPr>
          <p:cNvPr id="2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92040" y="2331720"/>
            <a:ext cx="228600" cy="228600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5166360" y="230428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PostgreSQL e modelagem relacional</a:t>
            </a:r>
            <a:endParaRPr lang="en-US" sz="1100" dirty="0"/>
          </a:p>
        </p:txBody>
      </p:sp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92040" y="2651760"/>
            <a:ext cx="228600" cy="228600"/>
          </a:xfrm>
          <a:prstGeom prst="rect">
            <a:avLst/>
          </a:prstGeom>
        </p:spPr>
      </p:pic>
      <p:sp>
        <p:nvSpPr>
          <p:cNvPr id="32" name="Text 17"/>
          <p:cNvSpPr/>
          <p:nvPr/>
        </p:nvSpPr>
        <p:spPr>
          <a:xfrm>
            <a:off x="5166360" y="26243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SQLAlchemy (ORM)</a:t>
            </a:r>
            <a:endParaRPr lang="en-US" sz="1100" dirty="0"/>
          </a:p>
        </p:txBody>
      </p:sp>
      <p:pic>
        <p:nvPicPr>
          <p:cNvPr id="3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92040" y="2971800"/>
            <a:ext cx="228600" cy="228600"/>
          </a:xfrm>
          <a:prstGeom prst="rect">
            <a:avLst/>
          </a:prstGeom>
        </p:spPr>
      </p:pic>
      <p:sp>
        <p:nvSpPr>
          <p:cNvPr id="34" name="Text 18"/>
          <p:cNvSpPr/>
          <p:nvPr/>
        </p:nvSpPr>
        <p:spPr>
          <a:xfrm>
            <a:off x="5166360" y="29443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APIs REST (Kaggle)</a:t>
            </a:r>
            <a:endParaRPr lang="en-US" sz="1100" dirty="0"/>
          </a:p>
        </p:txBody>
      </p:sp>
      <p:pic>
        <p:nvPicPr>
          <p:cNvPr id="35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92040" y="3291840"/>
            <a:ext cx="228600" cy="228600"/>
          </a:xfrm>
          <a:prstGeom prst="rect">
            <a:avLst/>
          </a:prstGeom>
        </p:spPr>
      </p:pic>
      <p:sp>
        <p:nvSpPr>
          <p:cNvPr id="36" name="Text 19"/>
          <p:cNvSpPr/>
          <p:nvPr/>
        </p:nvSpPr>
        <p:spPr>
          <a:xfrm>
            <a:off x="5166360" y="32644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Jupyter Notebooks</a:t>
            </a:r>
            <a:endParaRPr lang="en-US" sz="1100" dirty="0"/>
          </a:p>
        </p:txBody>
      </p:sp>
      <p:pic>
        <p:nvPicPr>
          <p:cNvPr id="3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92040" y="3611880"/>
            <a:ext cx="228600" cy="228600"/>
          </a:xfrm>
          <a:prstGeom prst="rect">
            <a:avLst/>
          </a:prstGeom>
        </p:spPr>
      </p:pic>
      <p:sp>
        <p:nvSpPr>
          <p:cNvPr id="38" name="Text 20"/>
          <p:cNvSpPr/>
          <p:nvPr/>
        </p:nvSpPr>
        <p:spPr>
          <a:xfrm>
            <a:off x="5166360" y="35844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Matplotlib e Seaborn</a:t>
            </a:r>
            <a:endParaRPr lang="en-US" sz="1100" dirty="0"/>
          </a:p>
        </p:txBody>
      </p:sp>
      <p:pic>
        <p:nvPicPr>
          <p:cNvPr id="39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892040" y="3931920"/>
            <a:ext cx="228600" cy="228600"/>
          </a:xfrm>
          <a:prstGeom prst="rect">
            <a:avLst/>
          </a:prstGeom>
        </p:spPr>
      </p:pic>
      <p:sp>
        <p:nvSpPr>
          <p:cNvPr id="40" name="Text 21"/>
          <p:cNvSpPr/>
          <p:nvPr/>
        </p:nvSpPr>
        <p:spPr>
          <a:xfrm>
            <a:off x="5166360" y="390448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Git e GitHub</a:t>
            </a:r>
            <a:endParaRPr lang="en-US" sz="1100" dirty="0"/>
          </a:p>
        </p:txBody>
      </p:sp>
      <p:pic>
        <p:nvPicPr>
          <p:cNvPr id="41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892040" y="4251960"/>
            <a:ext cx="228600" cy="228600"/>
          </a:xfrm>
          <a:prstGeom prst="rect">
            <a:avLst/>
          </a:prstGeom>
        </p:spPr>
      </p:pic>
      <p:sp>
        <p:nvSpPr>
          <p:cNvPr id="42" name="Text 22"/>
          <p:cNvSpPr/>
          <p:nvPr/>
        </p:nvSpPr>
        <p:spPr>
          <a:xfrm>
            <a:off x="5166360" y="42245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Ambientes virtuais Python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Projeto Completo de Engenharia de Dados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371600" y="237744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✓ Pipeline ETL funcional do zero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✓ Dados reais do Kaggle (16K+ registros)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✓ Arquitetura profissional (staging → analytics)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✓ Visualizações e insights de negócio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✓ Código versionado e documentado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0" y="3931920"/>
            <a:ext cx="548640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github.com/seu-usuario/videogame-sales-etl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Pipeline ETL - Video Game Sales</dc:title>
  <dc:subject>PptxGenJS Presentation</dc:subject>
  <dc:creator>Engenharia de Dados</dc:creator>
  <cp:lastModifiedBy>Engenharia de Dados</cp:lastModifiedBy>
  <cp:revision>1</cp:revision>
  <dcterms:created xsi:type="dcterms:W3CDTF">2026-02-11T18:29:50Z</dcterms:created>
  <dcterms:modified xsi:type="dcterms:W3CDTF">2026-02-11T18:29:50Z</dcterms:modified>
</cp:coreProperties>
</file>